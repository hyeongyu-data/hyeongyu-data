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프로젝트의 기존 소개 자료와 대시보드를 공통 구성으로 재편집했습니다.</a:t>
            </a:r>
          </a:p>
          <a:p>
            <a:r>
              <a:t>출처: 연락처: hyeongyu.data@gmail.com  ·  github.com/hyeongyu-data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출처: 출처: 네 프로젝트의 공개 코드·발표자료·검증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 수정·학습 실행·결과 해석 사이의 수작업을 줄이고, 연구자가 가설과 최종 판단에 집중할 수 있는 실험 환경을 구성했습니다.</a:t>
            </a:r>
          </a:p>
          <a:p>
            <a:r>
              <a:t>구조 설명용입니다. 수치는 최종 발표 기준이며 현재 실측 처리량이 아닙니다. 컨테이너 개수는 자료별 차이가 있어 일반화하지 않았습니다.</a:t>
            </a:r>
          </a:p>
          <a:p>
            <a:r>
              <a:t>출처: Auto Research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추천 노출에 대한 반응을 다시 수집해 다음 학습에 활용합니다.</a:t>
            </a:r>
          </a:p>
          <a:p>
            <a:r>
              <a:t>모델의 지표 기반 자동 승격과 가설 실험의 사람 최종 판단은 별도 절차입니다.</a:t>
            </a:r>
          </a:p>
          <a:p>
            <a:r>
              <a:t>구조 설명용입니다. 수치는 최종 발표 기준이며 현재 실측 처리량이 아닙니다. 컨테이너 개수는 자료별 차이가 있어 일반화하지 않았습니다.</a:t>
            </a:r>
          </a:p>
          <a:p>
            <a:r>
              <a:t>출처: Auto Research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설명용입니다. 수치는 최종 발표 기준이며 현재 실측 처리량이 아닙니다. 컨테이너 개수는 자료별 차이가 있어 일반화하지 않았습니다.</a:t>
            </a:r>
          </a:p>
          <a:p>
            <a:r>
              <a:t>출처: Auto Research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기상청·에어코리아 지수 9종을 하루 4회 수집합니다. 결측과 실패를 구분하면서 Kafka를 거쳐 판정 이력을 저장하고 카카오톡·이메일·Slack으로 알림을 보냅니다.</a:t>
            </a:r>
          </a:p>
          <a:p>
            <a:r>
              <a:t>09.15 pytest 248개·커버리지 56.75% 확인. 지연은 기존 로컬 측정입니다. 별도 watcher의 발송 실패 후 재알림 억제 문제는 남아 있습니다.</a:t>
            </a:r>
          </a:p>
          <a:p>
            <a:r>
              <a:t>출처: 서울 기상 알림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시각·수집 시각·예정 실행 슬롯을 구분해 재시도의 이벤트 의미를 유지합니다.</a:t>
            </a:r>
          </a:p>
          <a:p>
            <a:r>
              <a:t>하단은 처리 결과별 분기입니다. 수동 커밋은 at-least-once이며 알림 중복 가능성을 완전히 없애지는 않습니다.</a:t>
            </a:r>
          </a:p>
          <a:p>
            <a:r>
              <a:t>09.15 pytest 248개·커버리지 56.75% 확인. 지연은 기존 로컬 측정입니다. 별도 watcher의 발송 실패 후 재알림 억제 문제는 남아 있습니다.</a:t>
            </a:r>
          </a:p>
          <a:p>
            <a:r>
              <a:t>출처: 서울 기상 알림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09.15 pytest 248개·커버리지 56.75% 확인. 지연은 기존 로컬 측정입니다. 별도 watcher의 발송 실패 후 재알림 억제 문제는 남아 있습니다.</a:t>
            </a:r>
          </a:p>
          <a:p>
            <a:r>
              <a:t>출처: 서울 기상 알림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PG CSV·오픈마켓 HTTP API·GA4 보고서의 다른 구조를 주문 라인 단위로 통합합니다. 합성 데이터와 목업을 사용해 수집부터 DuckDB 적재까지 재현합니다.</a:t>
            </a:r>
          </a:p>
          <a:p>
            <a:r>
              <a:t>합성·목업 데이터의 기존 E2E 결과입니다. 적재 함수 직접 호출의 대상일 혼입·부분 입력·동시 실행은 추가 검증이 필요하며 합산 금액은 총매출이 아닙니다.</a:t>
            </a:r>
          </a:p>
          <a:p>
            <a:r>
              <a:t>출처: Ecommerce ETL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앞의 세 원천은 병렬 입력입니다. 실제 GA4 API 연결과 실제 거래 간 중복 제거는 별도 범위입니다.</a:t>
            </a:r>
          </a:p>
          <a:p>
            <a:r>
              <a:t>warehouse_orders_load는 별도 수동 실행 DAG입니다. BigQuery는 설계 목표로 남겨두었습니다.</a:t>
            </a:r>
          </a:p>
          <a:p>
            <a:r>
              <a:t>합성·목업 데이터의 기존 E2E 결과입니다. 적재 함수 직접 호출의 대상일 혼입·부분 입력·동시 실행은 추가 검증이 필요하며 합산 금액은 총매출이 아닙니다.</a:t>
            </a:r>
          </a:p>
          <a:p>
            <a:r>
              <a:t>출처: Ecommerce ETL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합성·목업 데이터의 기존 E2E 결과입니다. 적재 함수 직접 호출의 대상일 혼입·부분 입력·동시 실행은 추가 검증이 필요하며 합산 금액은 총매출이 아닙니다.</a:t>
            </a:r>
          </a:p>
          <a:p>
            <a:r>
              <a:t>출처: Ecommerce ETL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공사 조건·기간·공종을 담은 질문에서 필요한 도메인을 선택합니다. 기상·장비·자재·노무비 결과와 문서 근거를 모아 공무 담당자용 리포트로 합성합니다.</a:t>
            </a:r>
          </a:p>
          <a:p>
            <a:r>
              <a:t>금액·일수·문서 수·신뢰도는 기존 PPT의 예시를 보존한 값입니다. 실제 현장 비용이나 측정된 정확도를 의미하지 않습니다.</a:t>
            </a:r>
          </a:p>
          <a:p>
            <a:r>
              <a:t>출처: Construction Risk Agent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질문에 모든 도구를 실행하지 않습니다. 불필요한 호출과 근거 혼입을 줄이는 구조입니다.</a:t>
            </a:r>
          </a:p>
          <a:p>
            <a:r>
              <a:t>라우터·synthesize와 장비비 로직, 관련 DB 스키마·초기 데이터·테스트를 담당했습니다.</a:t>
            </a:r>
          </a:p>
          <a:p>
            <a:r>
              <a:t>금액·일수·문서 수·신뢰도는 기존 PPT의 예시를 보존한 값입니다. 실제 현장 비용이나 측정된 정확도를 의미하지 않습니다.</a:t>
            </a:r>
          </a:p>
          <a:p>
            <a:r>
              <a:t>출처: Construction Risk Agent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금액·일수·문서 수·신뢰도는 기존 PPT의 예시를 보존한 값입니다. 실제 현장 비용이나 측정된 정확도를 의미하지 않습니다.</a:t>
            </a:r>
          </a:p>
          <a:p>
            <a:r>
              <a:t>출처: Construction Risk Agent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데이터와 서비스가 동작하는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네 프로젝트의 문제 · 처리 흐름 · 운영 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760220"/>
            <a:ext cx="6858000" cy="775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3960" b="1">
                <a:solidFill>
                  <a:srgbClr val="152F48"/>
                </a:solidFill>
                <a:latin typeface="Apple SD Gothic Neo"/>
              </a:defRPr>
            </a:pPr>
            <a:r>
              <a:t>최현규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76500"/>
            <a:ext cx="10668000" cy="4072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920" b="1">
                <a:solidFill>
                  <a:srgbClr val="087F83"/>
                </a:solidFill>
                <a:latin typeface="Apple SD Gothic Neo"/>
              </a:defRPr>
            </a:pPr>
            <a:r>
              <a:t>데이터 엔지니어링 · MLOps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87040"/>
            <a:ext cx="10668000" cy="6452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0">
                <a:solidFill>
                  <a:srgbClr val="516878"/>
                </a:solidFill>
                <a:latin typeface="Apple SD Gothic Neo"/>
              </a:defRPr>
            </a:pPr>
            <a:r>
              <a:t>이전에는 이커머스 플랫폼을 1인 개발·운영했으며,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20" b="0">
                <a:solidFill>
                  <a:srgbClr val="516878"/>
                </a:solidFill>
                <a:latin typeface="Apple SD Gothic Neo"/>
              </a:defRPr>
            </a:pPr>
            <a:r>
              <a:t>현재는 데이터 엔지니어링과 MLOps를 중심으로 역량을 확장하고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4152900"/>
            <a:ext cx="2667000" cy="110490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" y="4305300"/>
            <a:ext cx="22860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" y="4632960"/>
            <a:ext cx="23241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00" b="1">
                <a:solidFill>
                  <a:srgbClr val="152F48"/>
                </a:solidFill>
                <a:latin typeface="Apple SD Gothic Neo"/>
              </a:defRPr>
            </a:pPr>
            <a:r>
              <a:t>Auto 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152900"/>
            <a:ext cx="2667000" cy="110490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5200" y="4305300"/>
            <a:ext cx="22860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200" y="4632960"/>
            <a:ext cx="23241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00" b="1">
                <a:solidFill>
                  <a:srgbClr val="152F48"/>
                </a:solidFill>
                <a:latin typeface="Apple SD Gothic Neo"/>
              </a:defRPr>
            </a:pPr>
            <a:r>
              <a:t>서울 기상 알림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4152900"/>
            <a:ext cx="2667000" cy="110490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305300"/>
            <a:ext cx="22860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632960"/>
            <a:ext cx="23241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00" b="1">
                <a:solidFill>
                  <a:srgbClr val="152F48"/>
                </a:solidFill>
                <a:latin typeface="Apple SD Gothic Neo"/>
              </a:defRPr>
            </a:pPr>
            <a:r>
              <a:t>Ecommerce ETL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7320" y="4152900"/>
            <a:ext cx="2667000" cy="110490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4960" y="4305300"/>
            <a:ext cx="22860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4960" y="4632960"/>
            <a:ext cx="23241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00" b="1">
                <a:solidFill>
                  <a:srgbClr val="152F48"/>
                </a:solidFill>
                <a:latin typeface="Apple SD Gothic Neo"/>
              </a:defRPr>
            </a:pPr>
            <a:r>
              <a:t>Construction Risk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84520"/>
            <a:ext cx="106680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기존 발표자료·대시보드 통합 검토본 · 2026.09.15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연락처: hyeongyu.data@gmail.com · github.com/hyeongyu-data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네 프로젝트를 읽는 공통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각 프로젝트는 소개 → 처리 흐름 → 대시보드 순서로 구성했습니다.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706880"/>
            <a:ext cx="11216640" cy="83820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60" y="1844040"/>
            <a:ext cx="381000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01 Auto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2186940"/>
            <a:ext cx="3657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087F83"/>
                </a:solidFill>
                <a:latin typeface="Apple SD Gothic Neo"/>
              </a:defRPr>
            </a:pPr>
            <a:r>
              <a:t>ML 실험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0" y="1836420"/>
            <a:ext cx="65913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담당: 클라우드 인프라 · 배포 · 관측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0" y="2171700"/>
            <a:ext cx="65913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2026.06–08 · 5인 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680" y="2689860"/>
            <a:ext cx="11216640" cy="83820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560" y="2827020"/>
            <a:ext cx="381000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02 서울 기상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" y="3169920"/>
            <a:ext cx="3657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087F83"/>
                </a:solidFill>
                <a:latin typeface="Apple SD Gothic Neo"/>
              </a:defRPr>
            </a:pPr>
            <a:r>
              <a:t>Air Quality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0" y="2819400"/>
            <a:ext cx="65913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담당: 수집 · 이벤트 처리 · 저장 · 알림 · 운영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0" y="3154680"/>
            <a:ext cx="65913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2026.04–09 · 개인 프로젝트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680" y="3672840"/>
            <a:ext cx="11216640" cy="83820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560" y="3810000"/>
            <a:ext cx="381000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03 Ecommerce ETL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" y="4152900"/>
            <a:ext cx="3657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087F83"/>
                </a:solidFill>
                <a:latin typeface="Apple SD Gothic Neo"/>
              </a:defRPr>
            </a:pPr>
            <a:r>
              <a:t>이종 주문 데이터 통합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0" y="3802380"/>
            <a:ext cx="65913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담당: 원천별 수집 · 스키마 매핑 · 품질 검사 · 로컬 적재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4137660"/>
            <a:ext cx="65913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2026.09 · 개인 프로젝트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7680" y="4655820"/>
            <a:ext cx="11216640" cy="83820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560" y="4792980"/>
            <a:ext cx="381000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04 Construction Risk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" y="5135880"/>
            <a:ext cx="3657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087F83"/>
                </a:solidFill>
                <a:latin typeface="Apple SD Gothic Neo"/>
              </a:defRPr>
            </a:pPr>
            <a:r>
              <a:t>건설 리스크·추가비용 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0" y="4785360"/>
            <a:ext cx="65913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담당: 라우터 · 결과 합성 · 장비비 에이전트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0" y="5120640"/>
            <a:ext cx="65913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2026.06 · 5인 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75020"/>
            <a:ext cx="110490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087F83"/>
                </a:solidFill>
                <a:latin typeface="Apple SD Gothic Neo"/>
              </a:defRPr>
            </a:pPr>
            <a:r>
              <a:t>대시보드는 발표용 통합 화면입니다. 예시 값·과거 검증 기록·현재 구현 범위를 구분합니다.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출처: 네 프로젝트의 공개 코드·발표자료·검증 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Auto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2026.06–08 · 5인 팀 | 담당: 클라우드 인프라 · 배포 ·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84020"/>
            <a:ext cx="1121664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400" b="1">
                <a:solidFill>
                  <a:srgbClr val="152F48"/>
                </a:solidFill>
                <a:latin typeface="Apple SD Gothic Neo"/>
              </a:defRPr>
            </a:pPr>
            <a:r>
              <a:t>가설 한 줄에서, 검토 가능한 실험 결과까지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858500" cy="666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코드 수정·학습 실행·결과 해석 사이의 수작업을 줄이고, 연구자가 가설과 최종 판단에 집중할 수 있는 실험 환경을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구성했습니다.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반복 가능한 실험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가상 사용자 반응과 CTR 학습·추천을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연결합니다.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06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94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검토 가능한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94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동일 조건의 기준·후보 모델 비교,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코드·지표·리포트를 남깁니다.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격리된 실행 환경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GKE Job으로 실험을 분리하고 실행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자원을 관리합니다.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5410200"/>
            <a:ext cx="11216640" cy="68580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5524500"/>
            <a:ext cx="12954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기술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99" y="5585460"/>
            <a:ext cx="96012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152F48"/>
                </a:solidFill>
                <a:latin typeface="Apple SD Gothic Neo"/>
              </a:defRPr>
            </a:pPr>
            <a:r>
              <a:t>Terraform · GKE · GitHub Actions · ArgoCD · Airflow · Feast · MLflow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Auto Research · 공개 코드 및 검증 기록 · 2026.09.15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데이터 순환과 가설 검증, 두 개의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Auto Research | 구조와 설계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306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데이터 피드백 루프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가상 사용자 반응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Persona · 영상 ·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96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로그·피처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96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Airflow · BigQuery · Feast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학습·자동 승격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MLflow · 지표 게이트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732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서빙·추천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Online 피처 · Top-K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565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추천 노출에 대한 반응을 다시 수집해 다음 학습에 활용합니다.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33451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가설 기반 실험 루프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가설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Workbench ·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996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격리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96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Launcher · GKE 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408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44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4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수정·평가·리뷰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984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실행 Agent · 독립 리뷰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732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결과·최종 판단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리포트 · PR · 연구자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710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모델의 지표 기반 자동 승격과 가설 실험의 사람 최종 판단은 별도 절차입니다.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구축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초기 Terraform 리소스 25개 · 1주일 내 개발 기반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구성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006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22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관측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22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8개 이슈로 분해 · 1.5일 내 관측 환경 배포·검증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복구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tfvars·NetworkPolicy 불일치 진단 · 누락 KSA를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IaC 편입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Auto Research · 공개 코드 및 검증 기록 · 2026.09.15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실행 상태와 실험 근거를 함께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Auto Research | 발표용 운영 화면 · 실시간 연동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약 7,000명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가상 사용자 · 발표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일 200편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영상 후보 · 발표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약 140만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사용자×영상 조합/일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732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496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2개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96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실행 Agent · 독립 리뷰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2880360"/>
            <a:ext cx="411480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" y="3032760"/>
            <a:ext cx="37566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처리 상태를 읽는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9758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등록·실행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5666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CREATED → RUNNING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6699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평가·통과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578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EVALUATING →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5582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분기·판단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490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FAILED / ERROR · 사람의 승격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5360" y="2880360"/>
            <a:ext cx="691896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240" y="3032760"/>
            <a:ext cx="65379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· 근거 · 운영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0" y="351282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비교 지표: ROC-AUC · LogLoss · Brier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240" y="392430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근거: 데이터 이력 · 코드 변경 · 실행 로그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240" y="433578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산출물: metrics · report · dev 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240" y="474726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연구자 판단: 반영 · 폐기 · 다음 가설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80" y="5532120"/>
            <a:ext cx="11216640" cy="716280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38800"/>
            <a:ext cx="10896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구조 설명용입니다. 수치는 최종 발표 기준이며 현재 실측 처리량이 아닙니다. 컨테이너 개수는 자료별 차이가 있어 일반화하지 않았습니다.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Auto Research · 공개 코드 및 검증 기록 · 2026.09.15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서울 기상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2026.04–09 · 개인 프로젝트 | 담당: 수집 · 이벤트 처리 · 저장 · 알림 · 운영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84020"/>
            <a:ext cx="1121664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400" b="1">
                <a:solidFill>
                  <a:srgbClr val="152F48"/>
                </a:solidFill>
                <a:latin typeface="Apple SD Gothic Neo"/>
              </a:defRPr>
            </a:pPr>
            <a:r>
              <a:t>공공 데이터를 상태 판정과 행동 권고로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858500" cy="666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기상청·에어코리아 지수 9종을 하루 4회 수집합니다. 결측과 실패를 구분하면서 Kafka를 거쳐 판정 이력을 저장하고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카카오톡·이메일·Slack으로 알림을 보냅니다.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결측은 정보없음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누락된 값을 0이나 좋은 상태로 바꾸지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06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94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재처리 가능한 이벤트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94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event ID upsert·수동 커밋·DLQ로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재처리 경로를 둡니다.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전송 결과에 따른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전송 성공 시 중복 억제 상태를 기록하고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실패를 추적합니다.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5410200"/>
            <a:ext cx="11216640" cy="68580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5524500"/>
            <a:ext cx="12954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기술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99" y="5585460"/>
            <a:ext cx="96012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152F48"/>
                </a:solidFill>
                <a:latin typeface="Apple SD Gothic Neo"/>
              </a:defRPr>
            </a:pPr>
            <a:r>
              <a:t>Python · Airflow · Kafka · OpenSearch · Docker Compose · 카카오 / 이메일 / Slack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서울 기상 알림 · 공개 코드 및 검증 기록 · 2026.09.15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수집·판정·저장·알림의 실패 경계를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서울 기상 알림 | 구조와 설계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306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수집과 이벤트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공공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기상청 · 에어코리아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96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Airflow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96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KST 00 · 06 · 12 ·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버퍼 · 백로그 재생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732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계약 검증 · 등급 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565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발표 시각·수집 시각·예정 실행 슬롯을 구분해 재시도의 이벤트 의미를 유지합니다.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33451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저장과 전달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OpenSearch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이력 · 공유 상태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996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알림 채널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96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카카오 · 이메일 · Slack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408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44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4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기록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984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성공 시 쿨다운 반영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732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실패 처리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재연결 · 재시도 · DLQ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710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하단은 처리 결과별 분기입니다. 수동 커밋은 at-least-once이며 알림 중복 가능성을 완전히 없애지는 않습니다.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Kafka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장애 격리·재생 학습 목적 · 실배포 시 SQS 대안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검토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006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22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OpenSearch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22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이력 탐색·공유 상태 · 검색 요구가 없으면 SQLite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대안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규칙·환경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공인 기준 기반 판정 · 로컬 Docker · AWS 경로는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ADR로 보존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서울 기상 알림 · 공개 코드 및 검증 기록 · 2026.09.15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결측·전송 결과·운영 개선을 한 화면에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서울 기상 알림 | 발표용 운영 화면 · 실시간 연동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4회/일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정기 수집 · KST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4.4–16초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E2E · 기존 로컬 측정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100–300ms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메시지 처리 · 기존 측정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732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496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248개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96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09.15 pytest 통과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2880360"/>
            <a:ext cx="411480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" y="3032760"/>
            <a:ext cx="37566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처리 상태를 읽는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9758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데이터 계약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5666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정보없음 구분 · event_id · DLQ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6699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전달·관측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578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처리 메트릭 · 구조화 로그 · 쿨다운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5582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운영 경계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490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로컬 검증 · 대규모 처리량 주장 없음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5360" y="2880360"/>
            <a:ext cx="691896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240" y="3032760"/>
            <a:ext cx="65379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· 근거 · 운영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0" y="351282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파일 기반 시크릿 주입 · 최소 권한·TLS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240" y="392430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Airflow PostgreSQL·병렬 실행 · 고정 이미지 빌드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240" y="433578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watcher·성능 측정 구현 · 외부 전송은 이번 미검증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240" y="474726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운영 한계: watcher는 발송 실패에도 쿨다운 기록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80" y="5532120"/>
            <a:ext cx="11216640" cy="716280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38800"/>
            <a:ext cx="10896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09.15 pytest 248개·커버리지 56.75% 확인. 지연은 기존 로컬 측정입니다. 별도 watcher의 발송 실패 후 재알림 억제 문제는 남아 있습니다.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서울 기상 알림 · 공개 코드 및 검증 기록 · 2026.09.15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Ecommerce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2026.09 · 개인 프로젝트 | 담당: 원천별 수집 · 스키마 매핑 · 품질 검사 · 로컬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84020"/>
            <a:ext cx="1121664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400" b="1">
                <a:solidFill>
                  <a:srgbClr val="152F48"/>
                </a:solidFill>
                <a:latin typeface="Apple SD Gothic Neo"/>
              </a:defRPr>
            </a:pPr>
            <a:r>
              <a:t>서로 다른 주문 데이터를 같은 계약으로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858500" cy="666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PG CSV·오픈마켓 HTTP API·GA4 보고서의 다른 구조를 주문 라인 단위로 통합합니다. 합성 데이터와 목업을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사용해 수집부터 DuckDB 적재까지 재현합니다.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원천별 수집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Airflow DAG 3개로 각 원천의 입력과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실패 지점을 나눕니다.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06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94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18컬럼 통합 계약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94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source 포함 키 · UTC 시각 · KST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기준일 · 정수 KRW를 사용합니다.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날짜별 재적재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품질 검사 후 트랜잭션으로 대상 날짜를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교체합니다.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5410200"/>
            <a:ext cx="11216640" cy="68580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5524500"/>
            <a:ext cx="12954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기술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99" y="5585460"/>
            <a:ext cx="96012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152F48"/>
                </a:solidFill>
                <a:latin typeface="Apple SD Gothic Neo"/>
              </a:defRPr>
            </a:pPr>
            <a:r>
              <a:t>Python · Airflow · pandas · PyArrow / Parquet · DuckDB · Docker Compose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Ecommerce ETL · 공개 코드 및 검증 기록 · 2026.09.15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세 원천의 staging을 모아 날짜 단위로 적재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Ecommerce ETL | 구조와 설계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306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원천별 수집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PG 주문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합성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96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오픈마켓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96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로컬 목업 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GA4 구매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목업 보고서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732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공통 staging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18컬럼 · Parquet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565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앞의 세 원천은 병렬 입력입니다. 실제 GA4 API 연결과 실제 거래 간 중복 제거는 별도 범위입니다.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33451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수동 통합 적재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원천 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세 소스 날짜별 파일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996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통합 품질 검사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96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필수값 · 키 · 날짜 · 금액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408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44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4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DuckDB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984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날짜 DELETE + INSERT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732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분석 화면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서비스 연동은 후속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710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warehouse_orders_load는 별도 수동 실행 DAG입니다. BigQuery는 설계 목표로 남겨두었습니다.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Q1–Q3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필수값 · 라인 키 중복 · 수량·금액 범위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006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22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Q4–Q7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22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금액 산식 · KST 날짜 · source · 미래 시각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리뷰·재현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이슈·계획·Draft PR·리뷰·머지 / venv·Docker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Ecommerce ETL · 공개 코드 및 검증 기록 · 2026.09.15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수집·품질·적재의 검증 범위를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Ecommerce ETL | 발표용 운영 화면 · 실시간 연동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3개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원천별 수집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18개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통합 주문 컬럼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152행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기존 E2E 기록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732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496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0건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96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기존 재실행 중복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2880360"/>
            <a:ext cx="411480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" y="3032760"/>
            <a:ext cx="37566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처리 상태를 읽는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9758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수집 DAG 3개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5666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PG 46행 · 오픈마켓 45행 · GA4 61행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6699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통합 DAG 1개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578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152행 · 2회 실행 · 다른 날짜 1개 보존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5582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Q1–Q7 검사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490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위반률 0.00% / 임계 1% · 원본 기록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5360" y="2880360"/>
            <a:ext cx="691896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240" y="3032760"/>
            <a:ext cx="65379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· 근거 · 운영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0" y="351282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기존 Docker E2E 대상일: 2026-09-01 · 실시간 아님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240" y="392430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09.15 pytest: 91 통과·1 스킵 (Airflow 미설치)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240" y="433578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재실행 검증은 정상 입력 기준 · 날짜 교체 경계 존재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240" y="474726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BigQuery·GA4 실연결·서비스 분석 화면은 후속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80" y="5532120"/>
            <a:ext cx="11216640" cy="716280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38800"/>
            <a:ext cx="10896600" cy="515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합성·목업 데이터의 기존 E2E 결과입니다. 적재 함수 직접 호출의 대상일 혼입·부분 입력·동시 실행은 추가 검증이 필요하며 합산 금액은 총매출이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아닙니다.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Ecommerce ETL · 공개 코드 및 검증 기록 · 2026.09.15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Construction Risk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2026.06 · 5인 팀 | 담당: 라우터 · 결과 합성 · 장비비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84020"/>
            <a:ext cx="1121664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400" b="1">
                <a:solidFill>
                  <a:srgbClr val="152F48"/>
                </a:solidFill>
                <a:latin typeface="Apple SD Gothic Neo"/>
              </a:defRPr>
            </a:pPr>
            <a:r>
              <a:t>질문을 계산 근거가 있는 비용 리포트로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858500" cy="666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공사 조건·기간·공종을 담은 질문에서 필요한 도메인을 선택합니다. 기상·장비·자재·노무비 결과와 문서 근거를 모아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공무 담당자용 리포트로 합성합니다.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질문별 실행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CHAT·RAG_QA·COST_REPORT·RISK_REPORT·MISSING_INFO로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구분합니다.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06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94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필요한 계산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94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비용·리스크 리포트에서 필요한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날씨·비용 노드를 선택합니다.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결과와 근거 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비용·지연·문서 근거와 확인 항목을 함께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제시합니다.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5410200"/>
            <a:ext cx="11216640" cy="68580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5524500"/>
            <a:ext cx="12954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기술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99" y="5585460"/>
            <a:ext cx="96012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152F48"/>
                </a:solidFill>
                <a:latin typeface="Apple SD Gothic Neo"/>
              </a:defRPr>
            </a:pPr>
            <a:r>
              <a:t>Python · LangGraph · AWS Bedrock · PostgreSQL / pgvector · FastAPI ·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· 공개 코드 및 검증 기록 · 2026.09.15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분류 → 필요한 에이전트 → 결과 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| 구조와 설계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306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팀 서비스 실행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질문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현장 조건 · 기간 · 공종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96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96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분류 · 실행 계획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Weather ·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필요 도메인 병렬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732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Synthesize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비용 · 지연 · 근거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565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모든 질문에 모든 도구를 실행하지 않습니다. 불필요한 호출과 근거 혼입을 줄이는 구조입니다.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33451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본인 담당: 장비 대기비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장비명 정규화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입력 표현 통일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996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규격 매칭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96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장비 데이터 조회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408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44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4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일대여료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984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DB 기준 단가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732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대기비 계산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대기율 · 일수 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710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라우터·synthesize와 장비비 로직, 관련 DB 스키마·초기 데이터·테스트를 담당했습니다.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실행 기반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LangGraph · FastAPI · AWS Bedrock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006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22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데이터·근거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22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PostgreSQL·pgvector · RAG · 기상청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담당 경계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백엔드 인증·프런트엔드·다른 비용 노드는 팀원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담당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· 공개 코드 및 검증 기록 · 2026.09.15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질문 하나가 리포트가 되기까지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| 발표용 운영 화면 · 실시간 연동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₩4.82M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예상 추가비용 · 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3.0일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예상 지연 · 예시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12건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근거 문서 · 예시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732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496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높음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96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신뢰도 표시 · 예시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2880360"/>
            <a:ext cx="411480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" y="3032760"/>
            <a:ext cx="37566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처리 상태를 읽는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9758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질문·분류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5666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공사 조건 입력 →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6699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도메인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578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Weather · 선택된 Cost 노드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5582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리포트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490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Synthesize · 근거 문서 연결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5360" y="2880360"/>
            <a:ext cx="691896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240" y="3032760"/>
            <a:ext cx="65379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· 근거 · 운영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0" y="351282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예시: 강수로 작업 가능일이 3일 감소할 가능성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240" y="392430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예상 추가비용 약 ₩4.82M · 근거 문서 12건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240" y="433578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장비 대기비를 포함한 결과와 확인 항목 제공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240" y="474726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실제 비용·지연은 입력값·외부 API 응답에 따라 달라짐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80" y="5532120"/>
            <a:ext cx="11216640" cy="716280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38800"/>
            <a:ext cx="10896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금액·일수·문서 수·신뢰도는 기존 PPT의 예시를 보존한 값입니다. 실제 현장 비용이나 측정된 정확도를 의미하지 않습니다.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· 공개 코드 및 검증 기록 · 2026.09.15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